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50" d="100"/>
          <a:sy n="150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58B334-CAD9-821B-DBE2-03B11CB63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72F2183-99AD-9F3B-3AB9-308677412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0A616B-8F46-A8AD-77BE-0F243CEF0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67B-6891-46D7-94B1-08A991D4343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FA0644-E699-2C56-4A63-D6564680F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4965C5-0E93-9364-1E08-34B81ACFA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393E-72D7-4583-A418-CFB9EAA12E8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502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02CA2B-F2C2-507A-2655-200732688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C13E67-092E-12BA-908C-01501B06B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2FB542-324D-4509-CD1E-93091B278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67B-6891-46D7-94B1-08A991D4343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294326-6351-4FFC-105F-E7A543C13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25A690-E574-9B39-AB18-E03BE2A71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393E-72D7-4583-A418-CFB9EAA12E8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449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979426-6147-7C19-7447-8CC7B68D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D3E0DD-C081-5E69-E553-3DCA06C91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23B64D-1ACB-A99A-9646-7832E427A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67B-6891-46D7-94B1-08A991D4343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FA2FB3-1AA0-CA97-6444-CFD91B7EF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CB3B62-7FA5-BDD5-51B0-843D0637E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393E-72D7-4583-A418-CFB9EAA12E8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705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CEDCE1-F4EF-86FF-72D2-B3FEB4FE5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FCA019-E30A-7A26-FE36-56D6BEFB38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BF4696D-1B09-5881-085B-B29642A94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E7813E0-894A-11ED-87D6-F1040BCB4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67B-6891-46D7-94B1-08A991D4343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46541AB-0B83-B474-6AE3-F373BFDD4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B9307D8-0BDF-4023-F63D-5ED58D779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393E-72D7-4583-A418-CFB9EAA12E8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839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806496-9B62-565D-5D3E-374E41057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BABBB1-21B0-FF70-0943-1235B8EA7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F15DDA9-849B-0E0B-CB3D-43AF5DDB1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28402F3-0BC4-3B01-5A4A-25A14A682F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5BC7FF9-4D6B-4267-A676-E3EF985E60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1E6A660-16B2-A802-66AB-0591B68CA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67B-6891-46D7-94B1-08A991D4343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542F597-70DD-112C-36A0-C9CDFD9FA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298B83F-CC4B-F0F3-BFDF-6DFA24422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393E-72D7-4583-A418-CFB9EAA12E8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338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60F30F-1321-82B6-6C8A-D5594B569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6C2A715-240B-FF4A-40B8-6CA96F86B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67B-6891-46D7-94B1-08A991D4343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7EEABD-EF97-8290-1665-D92328A0F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802E2FC-DBC8-3135-F3A4-149AEF03A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393E-72D7-4583-A418-CFB9EAA12E8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4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A613507-2B9B-5250-C959-B74F2061E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67B-6891-46D7-94B1-08A991D4343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33E4872-6B93-5A99-EF0B-CF5EEDE87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819902-272D-05AE-2995-D4794EFEF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393E-72D7-4583-A418-CFB9EAA12E8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199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989FAA-5613-0677-E051-144C468C8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76E843-1E7E-EAA7-B6B7-FC1399DCE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070FAA0-009D-2609-9EB7-9913BFE29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671F674-56B4-B16B-279D-9586B18D0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67B-6891-46D7-94B1-08A991D4343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97C219F-CEFF-D0EF-E273-4A9E13F13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33C707A-1D2C-D47C-DCDD-154A59127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393E-72D7-4583-A418-CFB9EAA12E8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15647B-561C-528D-2BCA-6EC8CABED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4165BBC-38EA-F9F5-FD7E-4A254B68EC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E5CC81D-E3A4-EC8F-1611-FE8433DCB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A1EE6E2-C1FE-DEAF-5C06-5A8292920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67B-6891-46D7-94B1-08A991D4343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321BBF6-D7ED-1242-5C1E-3AB9FAF48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C7DF184-2F07-2DEC-D504-672161FB0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393E-72D7-4583-A418-CFB9EAA12E8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228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39F4EB-86B2-0078-50D7-682CF2F9C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B2FD808-D720-FB3F-C6AE-D19554C6E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E5D5EB-857A-C1AC-DCB0-404DA5DA5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67B-6891-46D7-94B1-08A991D4343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848F60-14FB-0320-20CC-95D00E3AD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7DEA96-18A9-D8C7-2583-70240C7AC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393E-72D7-4583-A418-CFB9EAA12E8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32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EF9FEE6-EF70-4615-1209-5BC91AADA1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3EFF212-EDE6-9BE9-2903-AD1D2B738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CB4E28-6C06-1E12-E769-930CB3D88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67B-6891-46D7-94B1-08A991D4343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7B07F6-C17A-F5E2-0822-5D1823F7F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AD46D8-0058-2D1C-41E4-DD2091D28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393E-72D7-4583-A418-CFB9EAA12E8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807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5C68690-0316-58B5-4BC9-20FFB4B49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116881-52D2-A6CF-B3BC-142AB58E1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6B9EADF-6AC0-C61D-AA3A-95A734DC17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1C67B-6891-46D7-94B1-08A991D4343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8851DF-5964-C261-7F47-914D5FE214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4DFCE9-64F7-D64E-AA39-A87D04493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C8393E-72D7-4583-A418-CFB9EAA12E8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290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830ADFD-40CB-92D2-81CE-BBE9937CDB95}"/>
              </a:ext>
            </a:extLst>
          </p:cNvPr>
          <p:cNvSpPr/>
          <p:nvPr/>
        </p:nvSpPr>
        <p:spPr>
          <a:xfrm>
            <a:off x="4171950" y="1225550"/>
            <a:ext cx="3600000" cy="360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5C8DA85-295F-53F0-7E29-01B30240BC25}"/>
              </a:ext>
            </a:extLst>
          </p:cNvPr>
          <p:cNvSpPr txBox="1"/>
          <p:nvPr/>
        </p:nvSpPr>
        <p:spPr>
          <a:xfrm rot="18900000">
            <a:off x="4772743" y="873078"/>
            <a:ext cx="2398413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8E5A85-7FD7-B02B-FF8C-8897566ADA6E}"/>
              </a:ext>
            </a:extLst>
          </p:cNvPr>
          <p:cNvSpPr/>
          <p:nvPr/>
        </p:nvSpPr>
        <p:spPr>
          <a:xfrm>
            <a:off x="5376203" y="1225550"/>
            <a:ext cx="1191491" cy="5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F196EA0-DA24-0F19-B830-C1C0F8F83F30}"/>
              </a:ext>
            </a:extLst>
          </p:cNvPr>
          <p:cNvSpPr/>
          <p:nvPr/>
        </p:nvSpPr>
        <p:spPr>
          <a:xfrm>
            <a:off x="5500254" y="4267550"/>
            <a:ext cx="1191491" cy="5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407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A21A0-F0F8-3C46-03F6-357718183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68AD2D4-FFD1-5ADC-F4E5-19B860D7BC60}"/>
              </a:ext>
            </a:extLst>
          </p:cNvPr>
          <p:cNvSpPr/>
          <p:nvPr/>
        </p:nvSpPr>
        <p:spPr>
          <a:xfrm>
            <a:off x="4171950" y="1225550"/>
            <a:ext cx="3600000" cy="360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A98C9E6-D5D4-F78D-CDCC-109EC693598D}"/>
              </a:ext>
            </a:extLst>
          </p:cNvPr>
          <p:cNvSpPr txBox="1"/>
          <p:nvPr/>
        </p:nvSpPr>
        <p:spPr>
          <a:xfrm rot="18900000">
            <a:off x="4772743" y="873078"/>
            <a:ext cx="2398413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188210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100D1-929A-7E74-577A-83AF717F2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5ED3FB8-7685-B55B-DB60-664CF4F8C599}"/>
              </a:ext>
            </a:extLst>
          </p:cNvPr>
          <p:cNvSpPr/>
          <p:nvPr/>
        </p:nvSpPr>
        <p:spPr>
          <a:xfrm>
            <a:off x="4171950" y="1225550"/>
            <a:ext cx="3600000" cy="360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CD28612-1969-AD72-0344-278DA5D7D455}"/>
              </a:ext>
            </a:extLst>
          </p:cNvPr>
          <p:cNvSpPr txBox="1"/>
          <p:nvPr/>
        </p:nvSpPr>
        <p:spPr>
          <a:xfrm rot="20700000">
            <a:off x="4740993" y="981028"/>
            <a:ext cx="2398413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791778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4CBD7-52B2-19B9-FE18-8FCB0EB14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465ED22-0A86-7104-E990-63F18826F77A}"/>
              </a:ext>
            </a:extLst>
          </p:cNvPr>
          <p:cNvSpPr>
            <a:spLocks noChangeAspect="1"/>
          </p:cNvSpPr>
          <p:nvPr/>
        </p:nvSpPr>
        <p:spPr>
          <a:xfrm>
            <a:off x="4171950" y="1205672"/>
            <a:ext cx="3600000" cy="360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335864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Breitbild</PresentationFormat>
  <Paragraphs>4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Raphael Merz</dc:creator>
  <cp:lastModifiedBy>Raphael Merz</cp:lastModifiedBy>
  <cp:revision>1</cp:revision>
  <dcterms:created xsi:type="dcterms:W3CDTF">2026-06-13T19:17:49Z</dcterms:created>
  <dcterms:modified xsi:type="dcterms:W3CDTF">2026-06-13T19:18:06Z</dcterms:modified>
</cp:coreProperties>
</file>